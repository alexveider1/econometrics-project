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BD5A-0F80-A05E-5A33-2C1FE682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37D24-76DE-7DD3-AF14-4B8FDDC3F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B9447-894B-59F2-5E0C-288A8FA2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C051-66C9-61A5-4319-E7E93844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CD9D8-CC2B-D4F0-8859-DE539E83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5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4736-A9C8-EEC9-4BC1-DD4375E6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CBA95-3179-2402-1381-905ED043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2402E-9C52-266C-65FD-6E41FB95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C1C74-8F4F-868D-204C-A2332FA9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8386-F0A5-A25B-2A60-E3C49DBD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8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D0AC-E160-2CC7-F8B2-D231B579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EE0F2-E36D-D23A-B3D8-39C280322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6609D-5E68-3071-7D64-B7F10060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2624-93C4-B10A-7F23-3D12A948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7AEEF-121C-41A7-F49E-61C86473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0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17DB-B927-E5DC-FD0A-6BA8320E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6D9D-2E4C-A006-9187-BDD828BE5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4DE4C-5E57-1EE5-314F-834CFF003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2DE7B-0A78-9214-7406-97F76600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B8CAB-FBAF-1A47-83A6-4885E3EE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BDF69-1721-8599-8240-DC688D1A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7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E062-824E-3ADC-CB43-1FE036D4D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0C84D-6D45-2B0E-4D5B-0E1522DB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924DC-B761-3F39-D8FA-1ECB71C89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71E1D-D7F8-115B-D195-894E15C11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9F04D-4938-0C0C-7AC6-8247F0665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6D471-C7DE-0517-97DB-2DC2D403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D7C3E-70B5-912F-1F04-8AF166E4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234FD-1572-7173-F3E2-12CABCCF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9352-6F7C-2CA7-0877-4ED6BF3C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0388A-254C-7CA2-5253-A669F97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5D886-F7B1-7B72-CB40-D0A4AFDA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28EB6-8F6E-CFD8-9011-0EFBAB73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3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5B67B-D021-4529-9DEB-4AA54EB3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35F4A-53CB-9BB6-850D-6E438B7C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34E5B-5C90-E966-A946-1531977A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6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3F71-8232-6AF4-DF4D-A1230536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C2D31-3172-5BD3-7FCC-5EFFD461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52DE5-AC49-4049-099F-0FCA674AC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54C6-0A5A-5FFE-BE41-8ABA0217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75F12-CE80-187D-969F-45F34DCE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B5A0-F1B1-9234-ADB8-AB7D07F6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2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CB8E-7BE1-C1A4-8176-2BD646A6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BDDEB-C6F0-E5D7-DD6A-9C273C2BE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4B141-2488-17E9-F0D5-C3C1EA622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E05FD-5517-C0E5-E98A-26021458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091A2-DCA9-10F9-B74D-36DFB090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B3385-1399-3DCF-8310-16BDB630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0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6981-E4DB-4306-AC6A-664F42F2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6DB16-C00B-9950-E97B-2119C505A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9D5CF-8E08-D951-FD2E-90A65300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9A3C1-E80C-0393-06D6-F349ACDD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473F3-B5D8-4A35-C1E9-9609ABC1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4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58084-F983-3572-AEA2-64675E494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DF630-06CD-25E0-49BA-2C72C9A6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FEC19-FA36-DB92-226F-05A19A7E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DC2C-6B54-D8B6-E388-F574C132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44A6E-55F3-1E7B-3B4E-15A8B9AC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05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37A9AB-9711-3608-3FD9-9D195A65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1C14F-6B02-EF9E-3EB0-615F05658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5A41-8370-4029-5F73-037144CBC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CB21D-5FD4-48DB-9F85-19E0BF86F81C}" type="datetimeFigureOut">
              <a:rPr lang="en-US" smtClean="0"/>
              <a:t>04-May-26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62A31-3A82-D66E-6F1B-CA97595AB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69FD5-D0B7-8CBC-3B27-FAF3C73E4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BE63A-FD33-4A66-93B6-123071ED6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8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3184-F728-3F0F-A06B-80DBA7461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Оценка эффекта высшего образования на здоровье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BDD40-5B92-5760-792D-CA5D1C5399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en-US" dirty="0"/>
              <a:t>. </a:t>
            </a:r>
            <a:r>
              <a:rPr lang="ru-RU" dirty="0"/>
              <a:t>Карасев</a:t>
            </a:r>
            <a:r>
              <a:rPr lang="en-US" dirty="0"/>
              <a:t>, </a:t>
            </a:r>
            <a:r>
              <a:rPr lang="ru-RU" dirty="0"/>
              <a:t>Л</a:t>
            </a:r>
            <a:r>
              <a:rPr lang="en-US" dirty="0"/>
              <a:t>. </a:t>
            </a:r>
            <a:r>
              <a:rPr lang="ru-RU" dirty="0"/>
              <a:t>Панчеха</a:t>
            </a:r>
            <a:r>
              <a:rPr lang="en-US" dirty="0"/>
              <a:t>, </a:t>
            </a:r>
            <a:r>
              <a:rPr lang="ru-RU" dirty="0"/>
              <a:t>М</a:t>
            </a:r>
            <a:r>
              <a:rPr lang="en-US" dirty="0"/>
              <a:t>. </a:t>
            </a:r>
            <a:r>
              <a:rPr lang="ru-RU" dirty="0"/>
              <a:t>Удовиченко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5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C4AF-349C-44BF-12B5-35AC0B12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45AC-95FB-CB5B-8EE3-ECDCEB4FA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88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Оценка эффекта высшего образования на здоровье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Kaa</dc:creator>
  <cp:lastModifiedBy>Alex Kaa</cp:lastModifiedBy>
  <cp:revision>2</cp:revision>
  <dcterms:created xsi:type="dcterms:W3CDTF">2026-05-04T14:11:40Z</dcterms:created>
  <dcterms:modified xsi:type="dcterms:W3CDTF">2026-05-04T14:12:01Z</dcterms:modified>
</cp:coreProperties>
</file>